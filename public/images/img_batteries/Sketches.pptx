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DF4F5E-E9CF-4228-8ACD-5373012E048E}" v="162" dt="2025-08-11T23:35:34.3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lien Otis-Laperrière" userId="f155e897-dc35-4228-8a21-1627442ea9bf" providerId="ADAL" clId="{E9DF4F5E-E9CF-4228-8ACD-5373012E048E}"/>
    <pc:docChg chg="undo redo custSel addSld modSld">
      <pc:chgData name="Julien Otis-Laperrière" userId="f155e897-dc35-4228-8a21-1627442ea9bf" providerId="ADAL" clId="{E9DF4F5E-E9CF-4228-8ACD-5373012E048E}" dt="2025-08-12T15:55:03.383" v="3351" actId="20577"/>
      <pc:docMkLst>
        <pc:docMk/>
      </pc:docMkLst>
      <pc:sldChg chg="addSp delSp modSp mod">
        <pc:chgData name="Julien Otis-Laperrière" userId="f155e897-dc35-4228-8a21-1627442ea9bf" providerId="ADAL" clId="{E9DF4F5E-E9CF-4228-8ACD-5373012E048E}" dt="2025-08-11T15:43:02.149" v="940" actId="20577"/>
        <pc:sldMkLst>
          <pc:docMk/>
          <pc:sldMk cId="4174478034" sldId="256"/>
        </pc:sldMkLst>
        <pc:spChg chg="del">
          <ac:chgData name="Julien Otis-Laperrière" userId="f155e897-dc35-4228-8a21-1627442ea9bf" providerId="ADAL" clId="{E9DF4F5E-E9CF-4228-8ACD-5373012E048E}" dt="2025-08-11T15:13:52.674" v="2" actId="478"/>
          <ac:spMkLst>
            <pc:docMk/>
            <pc:sldMk cId="4174478034" sldId="256"/>
            <ac:spMk id="2" creationId="{CCADF995-BB56-3A14-FBAC-CCAEBBC4B1A1}"/>
          </ac:spMkLst>
        </pc:spChg>
        <pc:spChg chg="del">
          <ac:chgData name="Julien Otis-Laperrière" userId="f155e897-dc35-4228-8a21-1627442ea9bf" providerId="ADAL" clId="{E9DF4F5E-E9CF-4228-8ACD-5373012E048E}" dt="2025-08-11T15:13:53.825" v="3" actId="478"/>
          <ac:spMkLst>
            <pc:docMk/>
            <pc:sldMk cId="4174478034" sldId="256"/>
            <ac:spMk id="3" creationId="{4D1D972F-53CD-A52B-7152-0DCE928F8A86}"/>
          </ac:spMkLst>
        </pc:spChg>
        <pc:spChg chg="add mod">
          <ac:chgData name="Julien Otis-Laperrière" userId="f155e897-dc35-4228-8a21-1627442ea9bf" providerId="ADAL" clId="{E9DF4F5E-E9CF-4228-8ACD-5373012E048E}" dt="2025-08-11T15:42:00.973" v="897" actId="1076"/>
          <ac:spMkLst>
            <pc:docMk/>
            <pc:sldMk cId="4174478034" sldId="256"/>
            <ac:spMk id="13" creationId="{3EDA82EC-B79B-6482-F1F8-9C39C69D022D}"/>
          </ac:spMkLst>
        </pc:spChg>
        <pc:spChg chg="add mod">
          <ac:chgData name="Julien Otis-Laperrière" userId="f155e897-dc35-4228-8a21-1627442ea9bf" providerId="ADAL" clId="{E9DF4F5E-E9CF-4228-8ACD-5373012E048E}" dt="2025-08-11T15:23:38.423" v="536" actId="1076"/>
          <ac:spMkLst>
            <pc:docMk/>
            <pc:sldMk cId="4174478034" sldId="256"/>
            <ac:spMk id="16" creationId="{A7720CB7-6F01-7B4A-CF3A-152D61E9AB6E}"/>
          </ac:spMkLst>
        </pc:spChg>
        <pc:spChg chg="add del">
          <ac:chgData name="Julien Otis-Laperrière" userId="f155e897-dc35-4228-8a21-1627442ea9bf" providerId="ADAL" clId="{E9DF4F5E-E9CF-4228-8ACD-5373012E048E}" dt="2025-08-11T15:32:29.727" v="647" actId="22"/>
          <ac:spMkLst>
            <pc:docMk/>
            <pc:sldMk cId="4174478034" sldId="256"/>
            <ac:spMk id="21" creationId="{3C3B8FB7-DEC0-EFCE-D6C1-F5F3C3360AF1}"/>
          </ac:spMkLst>
        </pc:spChg>
        <pc:spChg chg="add mod">
          <ac:chgData name="Julien Otis-Laperrière" userId="f155e897-dc35-4228-8a21-1627442ea9bf" providerId="ADAL" clId="{E9DF4F5E-E9CF-4228-8ACD-5373012E048E}" dt="2025-08-11T15:33:00.254" v="767" actId="404"/>
          <ac:spMkLst>
            <pc:docMk/>
            <pc:sldMk cId="4174478034" sldId="256"/>
            <ac:spMk id="23" creationId="{3B24559D-6AC7-035C-9E58-AAFDDA0C46E4}"/>
          </ac:spMkLst>
        </pc:spChg>
        <pc:spChg chg="add mod">
          <ac:chgData name="Julien Otis-Laperrière" userId="f155e897-dc35-4228-8a21-1627442ea9bf" providerId="ADAL" clId="{E9DF4F5E-E9CF-4228-8ACD-5373012E048E}" dt="2025-08-11T15:41:51.905" v="894" actId="1076"/>
          <ac:spMkLst>
            <pc:docMk/>
            <pc:sldMk cId="4174478034" sldId="256"/>
            <ac:spMk id="24" creationId="{17444BC7-C935-4B98-2F76-DA5B025084BB}"/>
          </ac:spMkLst>
        </pc:spChg>
        <pc:graphicFrameChg chg="add mod modGraphic">
          <ac:chgData name="Julien Otis-Laperrière" userId="f155e897-dc35-4228-8a21-1627442ea9bf" providerId="ADAL" clId="{E9DF4F5E-E9CF-4228-8ACD-5373012E048E}" dt="2025-08-11T15:43:02.149" v="940" actId="20577"/>
          <ac:graphicFrameMkLst>
            <pc:docMk/>
            <pc:sldMk cId="4174478034" sldId="256"/>
            <ac:graphicFrameMk id="4" creationId="{9EFA6192-0ACA-3F19-19E7-048AF76CC689}"/>
          </ac:graphicFrameMkLst>
        </pc:graphicFrameChg>
        <pc:cxnChg chg="add del">
          <ac:chgData name="Julien Otis-Laperrière" userId="f155e897-dc35-4228-8a21-1627442ea9bf" providerId="ADAL" clId="{E9DF4F5E-E9CF-4228-8ACD-5373012E048E}" dt="2025-08-11T15:18:05.892" v="314" actId="11529"/>
          <ac:cxnSpMkLst>
            <pc:docMk/>
            <pc:sldMk cId="4174478034" sldId="256"/>
            <ac:cxnSpMk id="6" creationId="{0B348E0E-7EEF-DB1F-AB04-501338908C32}"/>
          </ac:cxnSpMkLst>
        </pc:cxnChg>
        <pc:cxnChg chg="add del mod">
          <ac:chgData name="Julien Otis-Laperrière" userId="f155e897-dc35-4228-8a21-1627442ea9bf" providerId="ADAL" clId="{E9DF4F5E-E9CF-4228-8ACD-5373012E048E}" dt="2025-08-11T15:18:27.119" v="324" actId="11529"/>
          <ac:cxnSpMkLst>
            <pc:docMk/>
            <pc:sldMk cId="4174478034" sldId="256"/>
            <ac:cxnSpMk id="8" creationId="{4D70E8BC-75FA-6168-EA42-B58762863924}"/>
          </ac:cxnSpMkLst>
        </pc:cxnChg>
        <pc:cxnChg chg="add mod">
          <ac:chgData name="Julien Otis-Laperrière" userId="f155e897-dc35-4228-8a21-1627442ea9bf" providerId="ADAL" clId="{E9DF4F5E-E9CF-4228-8ACD-5373012E048E}" dt="2025-08-11T15:42:04.781" v="898" actId="14100"/>
          <ac:cxnSpMkLst>
            <pc:docMk/>
            <pc:sldMk cId="4174478034" sldId="256"/>
            <ac:cxnSpMk id="11" creationId="{A6622EB3-9401-E27E-CF08-D44C52CA13B7}"/>
          </ac:cxnSpMkLst>
        </pc:cxnChg>
        <pc:cxnChg chg="add mod">
          <ac:chgData name="Julien Otis-Laperrière" userId="f155e897-dc35-4228-8a21-1627442ea9bf" providerId="ADAL" clId="{E9DF4F5E-E9CF-4228-8ACD-5373012E048E}" dt="2025-08-11T15:25:21.391" v="556" actId="14100"/>
          <ac:cxnSpMkLst>
            <pc:docMk/>
            <pc:sldMk cId="4174478034" sldId="256"/>
            <ac:cxnSpMk id="14" creationId="{B64FA57D-DABE-CA52-198B-E35ACAEFDBAF}"/>
          </ac:cxnSpMkLst>
        </pc:cxnChg>
      </pc:sldChg>
      <pc:sldChg chg="addSp delSp modSp new mod">
        <pc:chgData name="Julien Otis-Laperrière" userId="f155e897-dc35-4228-8a21-1627442ea9bf" providerId="ADAL" clId="{E9DF4F5E-E9CF-4228-8ACD-5373012E048E}" dt="2025-08-11T16:17:05.640" v="998" actId="1076"/>
        <pc:sldMkLst>
          <pc:docMk/>
          <pc:sldMk cId="3563616629" sldId="257"/>
        </pc:sldMkLst>
        <pc:spChg chg="del">
          <ac:chgData name="Julien Otis-Laperrière" userId="f155e897-dc35-4228-8a21-1627442ea9bf" providerId="ADAL" clId="{E9DF4F5E-E9CF-4228-8ACD-5373012E048E}" dt="2025-08-11T16:15:39.490" v="962" actId="478"/>
          <ac:spMkLst>
            <pc:docMk/>
            <pc:sldMk cId="3563616629" sldId="257"/>
            <ac:spMk id="2" creationId="{8955EEAA-F2EC-3CAB-E8D8-45F0F63F126F}"/>
          </ac:spMkLst>
        </pc:spChg>
        <pc:spChg chg="del">
          <ac:chgData name="Julien Otis-Laperrière" userId="f155e897-dc35-4228-8a21-1627442ea9bf" providerId="ADAL" clId="{E9DF4F5E-E9CF-4228-8ACD-5373012E048E}" dt="2025-08-11T16:15:37.939" v="961" actId="478"/>
          <ac:spMkLst>
            <pc:docMk/>
            <pc:sldMk cId="3563616629" sldId="257"/>
            <ac:spMk id="3" creationId="{15EB9DAF-E6E0-204F-2C0A-C572EE07BEF4}"/>
          </ac:spMkLst>
        </pc:spChg>
        <pc:spChg chg="add del mod">
          <ac:chgData name="Julien Otis-Laperrière" userId="f155e897-dc35-4228-8a21-1627442ea9bf" providerId="ADAL" clId="{E9DF4F5E-E9CF-4228-8ACD-5373012E048E}" dt="2025-08-11T16:15:25.047" v="959" actId="478"/>
          <ac:spMkLst>
            <pc:docMk/>
            <pc:sldMk cId="3563616629" sldId="257"/>
            <ac:spMk id="4" creationId="{7CD8CFBC-4DD9-EDBC-66A1-112E755BC22C}"/>
          </ac:spMkLst>
        </pc:spChg>
        <pc:spChg chg="add mod">
          <ac:chgData name="Julien Otis-Laperrière" userId="f155e897-dc35-4228-8a21-1627442ea9bf" providerId="ADAL" clId="{E9DF4F5E-E9CF-4228-8ACD-5373012E048E}" dt="2025-08-11T16:15:53.897" v="964" actId="554"/>
          <ac:spMkLst>
            <pc:docMk/>
            <pc:sldMk cId="3563616629" sldId="257"/>
            <ac:spMk id="6" creationId="{A43F5A3C-CD0C-9454-8366-538615BF3BF4}"/>
          </ac:spMkLst>
        </pc:spChg>
        <pc:spChg chg="add mod">
          <ac:chgData name="Julien Otis-Laperrière" userId="f155e897-dc35-4228-8a21-1627442ea9bf" providerId="ADAL" clId="{E9DF4F5E-E9CF-4228-8ACD-5373012E048E}" dt="2025-08-11T16:15:53.897" v="964" actId="554"/>
          <ac:spMkLst>
            <pc:docMk/>
            <pc:sldMk cId="3563616629" sldId="257"/>
            <ac:spMk id="8" creationId="{843F1428-1DE6-3390-3499-2BA07B686F74}"/>
          </ac:spMkLst>
        </pc:spChg>
        <pc:spChg chg="add mod">
          <ac:chgData name="Julien Otis-Laperrière" userId="f155e897-dc35-4228-8a21-1627442ea9bf" providerId="ADAL" clId="{E9DF4F5E-E9CF-4228-8ACD-5373012E048E}" dt="2025-08-11T16:15:53.897" v="964" actId="554"/>
          <ac:spMkLst>
            <pc:docMk/>
            <pc:sldMk cId="3563616629" sldId="257"/>
            <ac:spMk id="9" creationId="{DD7ECE7D-B534-3005-504D-85687990845C}"/>
          </ac:spMkLst>
        </pc:spChg>
        <pc:spChg chg="add mod">
          <ac:chgData name="Julien Otis-Laperrière" userId="f155e897-dc35-4228-8a21-1627442ea9bf" providerId="ADAL" clId="{E9DF4F5E-E9CF-4228-8ACD-5373012E048E}" dt="2025-08-11T16:16:47.906" v="995" actId="20577"/>
          <ac:spMkLst>
            <pc:docMk/>
            <pc:sldMk cId="3563616629" sldId="257"/>
            <ac:spMk id="10" creationId="{069258F0-253C-B1A9-DDB4-19B84737C1A2}"/>
          </ac:spMkLst>
        </pc:spChg>
        <pc:spChg chg="add mod">
          <ac:chgData name="Julien Otis-Laperrière" userId="f155e897-dc35-4228-8a21-1627442ea9bf" providerId="ADAL" clId="{E9DF4F5E-E9CF-4228-8ACD-5373012E048E}" dt="2025-08-11T16:16:22.399" v="988" actId="1076"/>
          <ac:spMkLst>
            <pc:docMk/>
            <pc:sldMk cId="3563616629" sldId="257"/>
            <ac:spMk id="11" creationId="{B1077A52-0F2D-0DB5-888B-4DEB3B2A932C}"/>
          </ac:spMkLst>
        </pc:spChg>
        <pc:spChg chg="add del mod">
          <ac:chgData name="Julien Otis-Laperrière" userId="f155e897-dc35-4228-8a21-1627442ea9bf" providerId="ADAL" clId="{E9DF4F5E-E9CF-4228-8ACD-5373012E048E}" dt="2025-08-11T16:16:30.391" v="991" actId="478"/>
          <ac:spMkLst>
            <pc:docMk/>
            <pc:sldMk cId="3563616629" sldId="257"/>
            <ac:spMk id="12" creationId="{B64CB338-BB84-816F-54EF-E324C3D11EE7}"/>
          </ac:spMkLst>
        </pc:spChg>
        <pc:spChg chg="add del mod">
          <ac:chgData name="Julien Otis-Laperrière" userId="f155e897-dc35-4228-8a21-1627442ea9bf" providerId="ADAL" clId="{E9DF4F5E-E9CF-4228-8ACD-5373012E048E}" dt="2025-08-11T16:16:27.301" v="990" actId="478"/>
          <ac:spMkLst>
            <pc:docMk/>
            <pc:sldMk cId="3563616629" sldId="257"/>
            <ac:spMk id="13" creationId="{7303D6A4-FA7C-ABFE-D9DB-2F10EBBF216B}"/>
          </ac:spMkLst>
        </pc:spChg>
        <pc:spChg chg="add mod">
          <ac:chgData name="Julien Otis-Laperrière" userId="f155e897-dc35-4228-8a21-1627442ea9bf" providerId="ADAL" clId="{E9DF4F5E-E9CF-4228-8ACD-5373012E048E}" dt="2025-08-11T16:16:51.028" v="996" actId="20577"/>
          <ac:spMkLst>
            <pc:docMk/>
            <pc:sldMk cId="3563616629" sldId="257"/>
            <ac:spMk id="14" creationId="{DEC80892-DB02-26BD-B018-782C17FD7D30}"/>
          </ac:spMkLst>
        </pc:spChg>
        <pc:spChg chg="add mod">
          <ac:chgData name="Julien Otis-Laperrière" userId="f155e897-dc35-4228-8a21-1627442ea9bf" providerId="ADAL" clId="{E9DF4F5E-E9CF-4228-8ACD-5373012E048E}" dt="2025-08-11T16:17:05.640" v="998" actId="1076"/>
          <ac:spMkLst>
            <pc:docMk/>
            <pc:sldMk cId="3563616629" sldId="257"/>
            <ac:spMk id="15" creationId="{262D463C-98E6-045B-394C-8FA6EA5FA2C4}"/>
          </ac:spMkLst>
        </pc:spChg>
        <pc:cxnChg chg="add mod">
          <ac:chgData name="Julien Otis-Laperrière" userId="f155e897-dc35-4228-8a21-1627442ea9bf" providerId="ADAL" clId="{E9DF4F5E-E9CF-4228-8ACD-5373012E048E}" dt="2025-08-11T16:15:35.216" v="960"/>
          <ac:cxnSpMkLst>
            <pc:docMk/>
            <pc:sldMk cId="3563616629" sldId="257"/>
            <ac:cxnSpMk id="5" creationId="{14EAC6D4-DCD6-4BFD-B583-139C44784912}"/>
          </ac:cxnSpMkLst>
        </pc:cxnChg>
        <pc:cxnChg chg="add mod">
          <ac:chgData name="Julien Otis-Laperrière" userId="f155e897-dc35-4228-8a21-1627442ea9bf" providerId="ADAL" clId="{E9DF4F5E-E9CF-4228-8ACD-5373012E048E}" dt="2025-08-11T16:15:35.216" v="960"/>
          <ac:cxnSpMkLst>
            <pc:docMk/>
            <pc:sldMk cId="3563616629" sldId="257"/>
            <ac:cxnSpMk id="7" creationId="{1E8F7FB0-B608-C204-13BD-A5B072317C44}"/>
          </ac:cxnSpMkLst>
        </pc:cxnChg>
      </pc:sldChg>
      <pc:sldChg chg="addSp delSp modSp new mod">
        <pc:chgData name="Julien Otis-Laperrière" userId="f155e897-dc35-4228-8a21-1627442ea9bf" providerId="ADAL" clId="{E9DF4F5E-E9CF-4228-8ACD-5373012E048E}" dt="2025-08-12T15:55:03.383" v="3351" actId="20577"/>
        <pc:sldMkLst>
          <pc:docMk/>
          <pc:sldMk cId="3245617924" sldId="258"/>
        </pc:sldMkLst>
        <pc:spChg chg="add del">
          <ac:chgData name="Julien Otis-Laperrière" userId="f155e897-dc35-4228-8a21-1627442ea9bf" providerId="ADAL" clId="{E9DF4F5E-E9CF-4228-8ACD-5373012E048E}" dt="2025-08-11T20:47:43.705" v="1003" actId="3680"/>
          <ac:spMkLst>
            <pc:docMk/>
            <pc:sldMk cId="3245617924" sldId="258"/>
            <ac:spMk id="3" creationId="{1CC69AD9-883A-D982-3284-9FED0E082F1A}"/>
          </ac:spMkLst>
        </pc:spChg>
        <pc:spChg chg="add del mod">
          <ac:chgData name="Julien Otis-Laperrière" userId="f155e897-dc35-4228-8a21-1627442ea9bf" providerId="ADAL" clId="{E9DF4F5E-E9CF-4228-8ACD-5373012E048E}" dt="2025-08-11T23:09:58.954" v="2494" actId="478"/>
          <ac:spMkLst>
            <pc:docMk/>
            <pc:sldMk cId="3245617924" sldId="258"/>
            <ac:spMk id="9" creationId="{255EBB3B-7F6B-FFBE-D64D-073AABE99A3E}"/>
          </ac:spMkLst>
        </pc:spChg>
        <pc:graphicFrameChg chg="add mod">
          <ac:chgData name="Julien Otis-Laperrière" userId="f155e897-dc35-4228-8a21-1627442ea9bf" providerId="ADAL" clId="{E9DF4F5E-E9CF-4228-8ACD-5373012E048E}" dt="2025-08-11T20:47:29.079" v="1000"/>
          <ac:graphicFrameMkLst>
            <pc:docMk/>
            <pc:sldMk cId="3245617924" sldId="258"/>
            <ac:graphicFrameMk id="4" creationId="{30466C8D-DBCC-F08D-3AE5-60627E50A9DB}"/>
          </ac:graphicFrameMkLst>
        </pc:graphicFrameChg>
        <pc:graphicFrameChg chg="add del mod ord modGraphic">
          <ac:chgData name="Julien Otis-Laperrière" userId="f155e897-dc35-4228-8a21-1627442ea9bf" providerId="ADAL" clId="{E9DF4F5E-E9CF-4228-8ACD-5373012E048E}" dt="2025-08-11T20:47:38.559" v="1002" actId="3680"/>
          <ac:graphicFrameMkLst>
            <pc:docMk/>
            <pc:sldMk cId="3245617924" sldId="258"/>
            <ac:graphicFrameMk id="5" creationId="{AAA350F2-DA61-D038-7713-E5DA47AAAC40}"/>
          </ac:graphicFrameMkLst>
        </pc:graphicFrameChg>
        <pc:graphicFrameChg chg="add del mod ord modGraphic">
          <ac:chgData name="Julien Otis-Laperrière" userId="f155e897-dc35-4228-8a21-1627442ea9bf" providerId="ADAL" clId="{E9DF4F5E-E9CF-4228-8ACD-5373012E048E}" dt="2025-08-11T23:09:56.734" v="2493" actId="478"/>
          <ac:graphicFrameMkLst>
            <pc:docMk/>
            <pc:sldMk cId="3245617924" sldId="258"/>
            <ac:graphicFrameMk id="6" creationId="{C9A8D629-22A9-D0CC-B09D-EE4D99687AC6}"/>
          </ac:graphicFrameMkLst>
        </pc:graphicFrameChg>
        <pc:graphicFrameChg chg="add mod modGraphic">
          <ac:chgData name="Julien Otis-Laperrière" userId="f155e897-dc35-4228-8a21-1627442ea9bf" providerId="ADAL" clId="{E9DF4F5E-E9CF-4228-8ACD-5373012E048E}" dt="2025-08-12T15:55:03.383" v="3351" actId="20577"/>
          <ac:graphicFrameMkLst>
            <pc:docMk/>
            <pc:sldMk cId="3245617924" sldId="258"/>
            <ac:graphicFrameMk id="7" creationId="{58E4374F-8E1D-6F07-B2DF-667BDF27F1EA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E7BA7-6B26-2423-037B-E1E36C5A68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77AFF7-32B0-B471-D99A-3F2BE6F779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5C815F-B567-CCD8-451B-E0180324E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4F018-BA6C-4119-8338-9A591E6E282A}" type="datetimeFigureOut">
              <a:rPr lang="en-CA" smtClean="0"/>
              <a:t>2025-08-12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D398C1-BFDA-CE03-871F-1B1A2F798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60053-0FF3-AC07-8F5A-C3A7AEE35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A1FB9-CE7F-4C32-9419-AD84BABD19D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902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8303C-9B63-E881-BA94-DC02B3FC7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085C9-4EED-3A3A-57D8-E9A9273EB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47E017-EAC4-A3A8-E96D-B54DDDB44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4F018-BA6C-4119-8338-9A591E6E282A}" type="datetimeFigureOut">
              <a:rPr lang="en-CA" smtClean="0"/>
              <a:t>2025-08-12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C1AC9-2F05-72F9-F8D7-09947DD68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0C385-C853-F51E-AA33-AA1BEFB0C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A1FB9-CE7F-4C32-9419-AD84BABD19D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75112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0CC45-2C03-DC86-5B66-78005BCDB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43AD3-D9D0-1958-A73E-4A54F988C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3DA31-A75A-D180-7EC1-C5EBC3DF8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4F018-BA6C-4119-8338-9A591E6E282A}" type="datetimeFigureOut">
              <a:rPr lang="en-CA" smtClean="0"/>
              <a:t>2025-08-12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434B6-AD3E-DDF1-7BA2-53F4A1C49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31DBC-C9A5-E22D-4B37-A212D98C7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A1FB9-CE7F-4C32-9419-AD84BABD19D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66676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31972-66DC-F3BB-C992-76450F64B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87BA1-9074-963D-042D-99D7DD7804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2132CB-E439-B593-E6B2-685FD3F8D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D84567-7FDA-C2B1-2C72-C165133F6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4F018-BA6C-4119-8338-9A591E6E282A}" type="datetimeFigureOut">
              <a:rPr lang="en-CA" smtClean="0"/>
              <a:t>2025-08-12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603ECD-BB56-999B-03B3-D086D42F2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0FB35-2C93-92F4-89A5-671F4EA2A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A1FB9-CE7F-4C32-9419-AD84BABD19D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90183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582E7-A629-46A0-5D43-49F685260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FC1991-9309-C283-6B93-54D64F9F41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A50A84-76EE-3FB9-2706-A35D5B0D23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DCB854-5B57-8EE7-02F8-237A360A0D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AE962E-74C0-C1E1-F60F-CE0B0D9CD8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6E3D5E-DF47-B7F3-A473-5AAB41AE9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4F018-BA6C-4119-8338-9A591E6E282A}" type="datetimeFigureOut">
              <a:rPr lang="en-CA" smtClean="0"/>
              <a:t>2025-08-12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565C4C-D7EF-ACA2-35B0-4375DD26E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76EE40-570C-A6C8-C7C4-941022895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A1FB9-CE7F-4C32-9419-AD84BABD19D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49889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184F8-8BB3-112A-C84F-90037565A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6E1040-AEF5-98DC-CA8E-11B5A826B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4F018-BA6C-4119-8338-9A591E6E282A}" type="datetimeFigureOut">
              <a:rPr lang="en-CA" smtClean="0"/>
              <a:t>2025-08-12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C46F8D-131D-4F48-69DE-77CC31AF2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4440AD-9971-35BE-08B2-1992D7CD1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A1FB9-CE7F-4C32-9419-AD84BABD19D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10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67A3CB-B43C-76D0-9FDC-003F7D127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4F018-BA6C-4119-8338-9A591E6E282A}" type="datetimeFigureOut">
              <a:rPr lang="en-CA" smtClean="0"/>
              <a:t>2025-08-12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B1954A-181F-22E9-9767-9B649EE3C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77363-3278-0BE9-8C79-6F1A677F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A1FB9-CE7F-4C32-9419-AD84BABD19D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209004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9EDF7-F2A7-38BC-DE7F-9D3611B7F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88FB3-0F5B-3D51-4FE9-52574E865F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C04E55-B18F-89DC-8439-EC03629A0C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5BF434-3904-EA0B-465A-4E555F769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4F018-BA6C-4119-8338-9A591E6E282A}" type="datetimeFigureOut">
              <a:rPr lang="en-CA" smtClean="0"/>
              <a:t>2025-08-12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291852-B164-94FD-3414-5F642AD80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5401FA-3522-5C12-DF64-7464F5E34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A1FB9-CE7F-4C32-9419-AD84BABD19D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56858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D586F-7D41-6973-121F-C394F0D95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08F568-11A1-22A7-1C5E-E3A8685FD2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15C1B6-CD45-9DEE-E512-5DF940AF8F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24DFB7-9EC0-071C-B18A-DD8EEF889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4F018-BA6C-4119-8338-9A591E6E282A}" type="datetimeFigureOut">
              <a:rPr lang="en-CA" smtClean="0"/>
              <a:t>2025-08-12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E1B853-EA08-F37D-BC04-A4601B3CF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20C2BB-2D07-7212-C159-F3CC85A91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A1FB9-CE7F-4C32-9419-AD84BABD19D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6020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68C03-6A88-3EF5-D857-0C8F3CB14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9B76BA-2CC7-E4FA-3F31-5C8B93CDB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2C3384-A1EC-624A-3745-D21418665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4F018-BA6C-4119-8338-9A591E6E282A}" type="datetimeFigureOut">
              <a:rPr lang="en-CA" smtClean="0"/>
              <a:t>2025-08-12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4ABD8F-0ACA-BBA9-15A3-80BE0A6B9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821CA0-8DDF-0D88-5A5F-6B786E42A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A1FB9-CE7F-4C32-9419-AD84BABD19D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13060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125BA1-7141-02CA-40B5-EF4559142D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2D7810-D308-AF83-E571-50AB909AB4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AB4765-8788-1565-3F51-D4890EAD7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4F018-BA6C-4119-8338-9A591E6E282A}" type="datetimeFigureOut">
              <a:rPr lang="en-CA" smtClean="0"/>
              <a:t>2025-08-12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996F30-A0C8-D34D-99BA-6D231CEC5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D231F-83C1-981B-677B-FD6B2CE2B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A1FB9-CE7F-4C32-9419-AD84BABD19D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4750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66791-0B31-2667-5F5B-B45A24A5A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20DCCF-3358-E9DC-A14E-755C2D6FE7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350B0-7E71-F96B-FF75-92C5B62F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F4F018-BA6C-4119-8338-9A591E6E282A}" type="datetimeFigureOut">
              <a:rPr lang="en-CA" smtClean="0"/>
              <a:t>2025-08-12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D1148-F7B1-ECA4-5D41-EB56FBFE16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8507D-5276-9A50-D090-39B3982482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7A1FB9-CE7F-4C32-9419-AD84BABD19D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71363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EFA6192-0ACA-3F19-19E7-048AF76CC6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242265"/>
              </p:ext>
            </p:extLst>
          </p:nvPr>
        </p:nvGraphicFramePr>
        <p:xfrm>
          <a:off x="694944" y="1670642"/>
          <a:ext cx="10363578" cy="3909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5251">
                  <a:extLst>
                    <a:ext uri="{9D8B030D-6E8A-4147-A177-3AD203B41FA5}">
                      <a16:colId xmlns:a16="http://schemas.microsoft.com/office/drawing/2014/main" val="3971384942"/>
                    </a:ext>
                  </a:extLst>
                </a:gridCol>
                <a:gridCol w="2876109">
                  <a:extLst>
                    <a:ext uri="{9D8B030D-6E8A-4147-A177-3AD203B41FA5}">
                      <a16:colId xmlns:a16="http://schemas.microsoft.com/office/drawing/2014/main" val="2497832179"/>
                    </a:ext>
                  </a:extLst>
                </a:gridCol>
                <a:gridCol w="2876109">
                  <a:extLst>
                    <a:ext uri="{9D8B030D-6E8A-4147-A177-3AD203B41FA5}">
                      <a16:colId xmlns:a16="http://schemas.microsoft.com/office/drawing/2014/main" val="3276500457"/>
                    </a:ext>
                  </a:extLst>
                </a:gridCol>
                <a:gridCol w="2876109">
                  <a:extLst>
                    <a:ext uri="{9D8B030D-6E8A-4147-A177-3AD203B41FA5}">
                      <a16:colId xmlns:a16="http://schemas.microsoft.com/office/drawing/2014/main" val="3648315969"/>
                    </a:ext>
                  </a:extLst>
                </a:gridCol>
              </a:tblGrid>
              <a:tr h="450766">
                <a:tc>
                  <a:txBody>
                    <a:bodyPr/>
                    <a:lstStyle/>
                    <a:p>
                      <a:r>
                        <a:rPr lang="en-CA" dirty="0"/>
                        <a:t>Sectors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Behind the 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Below the substation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On the bulk grid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811364"/>
                  </a:ext>
                </a:extLst>
              </a:tr>
              <a:tr h="1152822">
                <a:tc>
                  <a:txBody>
                    <a:bodyPr/>
                    <a:lstStyle/>
                    <a:p>
                      <a:pPr algn="r"/>
                      <a:r>
                        <a:rPr lang="en-CA" i="1" dirty="0"/>
                        <a:t>Residential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180975" indent="-180975">
                        <a:buFont typeface="Arial" panose="020B0604020202020204" pitchFamily="34" charset="0"/>
                        <a:buChar char="•"/>
                      </a:pPr>
                      <a:r>
                        <a:rPr lang="en-CA" sz="1600" dirty="0"/>
                        <a:t>Wall-mounted batteries</a:t>
                      </a:r>
                    </a:p>
                    <a:p>
                      <a:pPr marL="180975" indent="-180975">
                        <a:buFont typeface="Arial" panose="020B0604020202020204" pitchFamily="34" charset="0"/>
                        <a:buChar char="•"/>
                      </a:pPr>
                      <a:r>
                        <a:rPr lang="en-CA" sz="1600" dirty="0"/>
                        <a:t>EVs</a:t>
                      </a:r>
                    </a:p>
                    <a:p>
                      <a:pPr marL="180975" indent="-180975">
                        <a:buFont typeface="Arial" panose="020B0604020202020204" pitchFamily="34" charset="0"/>
                        <a:buChar char="•"/>
                      </a:pPr>
                      <a:r>
                        <a:rPr lang="en-CA" sz="1600" dirty="0"/>
                        <a:t>Water heaters*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180975" marR="0" lvl="0" indent="-1809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CA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Neighborhood batteries</a:t>
                      </a:r>
                    </a:p>
                    <a:p>
                      <a:pPr marL="180975" marR="0" lvl="0" indent="-1809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CA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Public &amp; Workplace parked EVs</a:t>
                      </a:r>
                    </a:p>
                    <a:p>
                      <a:pPr marL="180975" marR="0" lvl="0" indent="-1809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CA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CA" sz="1600" dirty="0"/>
                        <a:t>(grouped because typically on the same feeders)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CA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Garage batteries</a:t>
                      </a:r>
                    </a:p>
                    <a:p>
                      <a:pPr marL="180975" marR="0" lvl="0" indent="-1809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CA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EVs</a:t>
                      </a:r>
                    </a:p>
                    <a:p>
                      <a:pPr marL="180975" marR="0" lvl="0" indent="-1809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CA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Water heaters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3149948"/>
                  </a:ext>
                </a:extLst>
              </a:tr>
              <a:tr h="1152822">
                <a:tc>
                  <a:txBody>
                    <a:bodyPr/>
                    <a:lstStyle/>
                    <a:p>
                      <a:pPr algn="r"/>
                      <a:r>
                        <a:rPr lang="en-CA" i="1" dirty="0"/>
                        <a:t>Commercial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180975" indent="-180975">
                        <a:buFont typeface="Arial" panose="020B0604020202020204" pitchFamily="34" charset="0"/>
                        <a:buChar char="•"/>
                      </a:pPr>
                      <a:r>
                        <a:rPr lang="en-CA" sz="1600" dirty="0"/>
                        <a:t>Pad-mounted batteries</a:t>
                      </a:r>
                    </a:p>
                    <a:p>
                      <a:pPr marL="180975" indent="-180975">
                        <a:buFont typeface="Arial" panose="020B0604020202020204" pitchFamily="34" charset="0"/>
                        <a:buChar char="•"/>
                      </a:pPr>
                      <a:r>
                        <a:rPr lang="en-CA" sz="1600" dirty="0"/>
                        <a:t>EV fleets</a:t>
                      </a:r>
                    </a:p>
                    <a:p>
                      <a:pPr marL="180975" indent="-180975">
                        <a:buFont typeface="Arial" panose="020B0604020202020204" pitchFamily="34" charset="0"/>
                        <a:buChar char="•"/>
                      </a:pPr>
                      <a:r>
                        <a:rPr lang="en-CA" sz="1600" dirty="0"/>
                        <a:t>Latent/sensible heat*</a:t>
                      </a:r>
                    </a:p>
                    <a:p>
                      <a:pPr marL="180975" indent="-180975">
                        <a:buFont typeface="Arial" panose="020B0604020202020204" pitchFamily="34" charset="0"/>
                        <a:buChar char="•"/>
                      </a:pPr>
                      <a:endParaRPr lang="en-CA" sz="1600" dirty="0"/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CA" sz="1600" dirty="0"/>
                        <a:t>(grouped because similar options)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CA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Garage batteries</a:t>
                      </a:r>
                    </a:p>
                    <a:p>
                      <a:pPr marL="180975" marR="0" lvl="0" indent="-1809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CA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EVs</a:t>
                      </a:r>
                    </a:p>
                    <a:p>
                      <a:pPr marL="180975" marR="0" lvl="0" indent="-1809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CA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Water heaters</a:t>
                      </a:r>
                      <a:endParaRPr kumimoji="0" lang="en-CA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0900765"/>
                  </a:ext>
                </a:extLst>
              </a:tr>
              <a:tr h="1152822">
                <a:tc>
                  <a:txBody>
                    <a:bodyPr/>
                    <a:lstStyle/>
                    <a:p>
                      <a:pPr algn="r"/>
                      <a:r>
                        <a:rPr lang="en-CA" i="1" dirty="0"/>
                        <a:t>Industrial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80975" indent="-180975">
                        <a:buFont typeface="Arial" panose="020B0604020202020204" pitchFamily="34" charset="0"/>
                        <a:buChar char="•"/>
                      </a:pPr>
                      <a:r>
                        <a:rPr lang="en-CA" sz="1600" dirty="0"/>
                        <a:t>MV/LV side storage</a:t>
                      </a:r>
                      <a:br>
                        <a:rPr lang="en-CA" sz="1600" dirty="0"/>
                      </a:br>
                      <a:r>
                        <a:rPr lang="en-CA" sz="1600" dirty="0"/>
                        <a:t>(“below” the transformer)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CA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Garage batteries</a:t>
                      </a:r>
                    </a:p>
                    <a:p>
                      <a:pPr marL="180975" marR="0" lvl="0" indent="-1809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CA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EVs</a:t>
                      </a:r>
                    </a:p>
                    <a:p>
                      <a:pPr marL="180975" marR="0" lvl="0" indent="-1809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CA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Water heaters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8068067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622EB3-9401-E27E-CF08-D44C52CA13B7}"/>
              </a:ext>
            </a:extLst>
          </p:cNvPr>
          <p:cNvCxnSpPr>
            <a:cxnSpLocks/>
          </p:cNvCxnSpPr>
          <p:nvPr/>
        </p:nvCxnSpPr>
        <p:spPr>
          <a:xfrm>
            <a:off x="5295900" y="1085866"/>
            <a:ext cx="0" cy="4494008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DA82EC-B79B-6482-F1F8-9C39C69D022D}"/>
              </a:ext>
            </a:extLst>
          </p:cNvPr>
          <p:cNvSpPr txBox="1"/>
          <p:nvPr/>
        </p:nvSpPr>
        <p:spPr>
          <a:xfrm>
            <a:off x="5295900" y="1085866"/>
            <a:ext cx="23298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dirty="0"/>
              <a:t>+ distribution costs</a:t>
            </a:r>
            <a:br>
              <a:rPr lang="en-CA" sz="1600" dirty="0"/>
            </a:br>
            <a:r>
              <a:rPr lang="en-CA" sz="1600" dirty="0"/>
              <a:t>   </a:t>
            </a:r>
            <a:r>
              <a:rPr lang="en-CA" sz="1600" i="1" dirty="0"/>
              <a:t>(wires + bins-on-poles)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64FA57D-DABE-CA52-198B-E35ACAEFDBAF}"/>
              </a:ext>
            </a:extLst>
          </p:cNvPr>
          <p:cNvCxnSpPr>
            <a:cxnSpLocks/>
          </p:cNvCxnSpPr>
          <p:nvPr/>
        </p:nvCxnSpPr>
        <p:spPr>
          <a:xfrm>
            <a:off x="8172450" y="1085867"/>
            <a:ext cx="0" cy="4494007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7720CB7-6F01-7B4A-CF3A-152D61E9AB6E}"/>
              </a:ext>
            </a:extLst>
          </p:cNvPr>
          <p:cNvSpPr txBox="1"/>
          <p:nvPr/>
        </p:nvSpPr>
        <p:spPr>
          <a:xfrm>
            <a:off x="8172450" y="1085867"/>
            <a:ext cx="3483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+ substation </a:t>
            </a:r>
            <a:br>
              <a:rPr lang="en-CA" sz="1600" dirty="0"/>
            </a:br>
            <a:r>
              <a:rPr lang="en-CA" sz="1600" dirty="0"/>
              <a:t>+ transmission costs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24559D-6AC7-035C-9E58-AAFDDA0C46E4}"/>
              </a:ext>
            </a:extLst>
          </p:cNvPr>
          <p:cNvSpPr txBox="1"/>
          <p:nvPr/>
        </p:nvSpPr>
        <p:spPr>
          <a:xfrm>
            <a:off x="694944" y="5579874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i="1" dirty="0"/>
              <a:t>*Heat storage does not allow feeding back onto the grid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444BC7-C935-4B98-2F76-DA5B025084BB}"/>
              </a:ext>
            </a:extLst>
          </p:cNvPr>
          <p:cNvSpPr txBox="1"/>
          <p:nvPr/>
        </p:nvSpPr>
        <p:spPr>
          <a:xfrm>
            <a:off x="3060000" y="1208977"/>
            <a:ext cx="13658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/>
              <a:t>LCOE+ LCOS</a:t>
            </a:r>
            <a:endParaRPr lang="en-CA" sz="1600" b="1" i="1" dirty="0"/>
          </a:p>
        </p:txBody>
      </p:sp>
    </p:spTree>
    <p:extLst>
      <p:ext uri="{BB962C8B-B14F-4D97-AF65-F5344CB8AC3E}">
        <p14:creationId xmlns:p14="http://schemas.microsoft.com/office/powerpoint/2010/main" val="4174478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4EAC6D4-DCD6-4BFD-B583-139C44784912}"/>
              </a:ext>
            </a:extLst>
          </p:cNvPr>
          <p:cNvCxnSpPr>
            <a:cxnSpLocks/>
          </p:cNvCxnSpPr>
          <p:nvPr/>
        </p:nvCxnSpPr>
        <p:spPr>
          <a:xfrm>
            <a:off x="5295900" y="1085866"/>
            <a:ext cx="0" cy="4494008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43F5A3C-CD0C-9454-8366-538615BF3BF4}"/>
              </a:ext>
            </a:extLst>
          </p:cNvPr>
          <p:cNvSpPr txBox="1"/>
          <p:nvPr/>
        </p:nvSpPr>
        <p:spPr>
          <a:xfrm>
            <a:off x="5295900" y="1085867"/>
            <a:ext cx="23298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dirty="0"/>
              <a:t>+ distribution costs</a:t>
            </a:r>
            <a:br>
              <a:rPr lang="en-CA" sz="1600" dirty="0"/>
            </a:br>
            <a:r>
              <a:rPr lang="en-CA" sz="1600" dirty="0"/>
              <a:t>   </a:t>
            </a:r>
            <a:r>
              <a:rPr lang="en-CA" sz="1600" i="1" dirty="0"/>
              <a:t>(wires + bins-on-poles)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8F7FB0-B608-C204-13BD-A5B072317C44}"/>
              </a:ext>
            </a:extLst>
          </p:cNvPr>
          <p:cNvCxnSpPr>
            <a:cxnSpLocks/>
          </p:cNvCxnSpPr>
          <p:nvPr/>
        </p:nvCxnSpPr>
        <p:spPr>
          <a:xfrm>
            <a:off x="8172450" y="1085867"/>
            <a:ext cx="0" cy="4494007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43F1428-1DE6-3390-3499-2BA07B686F74}"/>
              </a:ext>
            </a:extLst>
          </p:cNvPr>
          <p:cNvSpPr txBox="1"/>
          <p:nvPr/>
        </p:nvSpPr>
        <p:spPr>
          <a:xfrm>
            <a:off x="8172450" y="1085867"/>
            <a:ext cx="3483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+ substation </a:t>
            </a:r>
            <a:br>
              <a:rPr lang="en-CA" sz="1600" dirty="0"/>
            </a:br>
            <a:r>
              <a:rPr lang="en-CA" sz="1600" dirty="0"/>
              <a:t>+ transmission costs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7ECE7D-B534-3005-504D-85687990845C}"/>
              </a:ext>
            </a:extLst>
          </p:cNvPr>
          <p:cNvSpPr txBox="1"/>
          <p:nvPr/>
        </p:nvSpPr>
        <p:spPr>
          <a:xfrm>
            <a:off x="3060000" y="1085867"/>
            <a:ext cx="13658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/>
              <a:t>LCOE+ LCOS</a:t>
            </a:r>
            <a:endParaRPr lang="en-CA" sz="1600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9258F0-253C-B1A9-DDB4-19B84737C1A2}"/>
              </a:ext>
            </a:extLst>
          </p:cNvPr>
          <p:cNvSpPr txBox="1"/>
          <p:nvPr/>
        </p:nvSpPr>
        <p:spPr>
          <a:xfrm>
            <a:off x="3133725" y="2228850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Solar+V2L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077A52-0F2D-0DB5-888B-4DEB3B2A932C}"/>
              </a:ext>
            </a:extLst>
          </p:cNvPr>
          <p:cNvSpPr txBox="1"/>
          <p:nvPr/>
        </p:nvSpPr>
        <p:spPr>
          <a:xfrm>
            <a:off x="3133725" y="273367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 err="1"/>
              <a:t>Solar+BESS</a:t>
            </a:r>
            <a:endParaRPr lang="en-CA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C80892-DB02-26BD-B018-782C17FD7D30}"/>
              </a:ext>
            </a:extLst>
          </p:cNvPr>
          <p:cNvSpPr txBox="1"/>
          <p:nvPr/>
        </p:nvSpPr>
        <p:spPr>
          <a:xfrm>
            <a:off x="5400675" y="2228850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Solar+V2G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2D463C-98E6-045B-394C-8FA6EA5FA2C4}"/>
              </a:ext>
            </a:extLst>
          </p:cNvPr>
          <p:cNvSpPr txBox="1"/>
          <p:nvPr/>
        </p:nvSpPr>
        <p:spPr>
          <a:xfrm>
            <a:off x="5400675" y="273367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 err="1"/>
              <a:t>Solar+BESS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63616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A91BF-671B-60D1-25C0-96AC2798B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graphicFrame>
        <p:nvGraphicFramePr>
          <p:cNvPr id="7" name="Content Placeholder 5">
            <a:extLst>
              <a:ext uri="{FF2B5EF4-FFF2-40B4-BE49-F238E27FC236}">
                <a16:creationId xmlns:a16="http://schemas.microsoft.com/office/drawing/2014/main" id="{58E4374F-8E1D-6F07-B2DF-667BDF27F1E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88948380"/>
              </p:ext>
            </p:extLst>
          </p:nvPr>
        </p:nvGraphicFramePr>
        <p:xfrm>
          <a:off x="1419225" y="1454150"/>
          <a:ext cx="7620000" cy="421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296">
                  <a:extLst>
                    <a:ext uri="{9D8B030D-6E8A-4147-A177-3AD203B41FA5}">
                      <a16:colId xmlns:a16="http://schemas.microsoft.com/office/drawing/2014/main" val="2183259871"/>
                    </a:ext>
                  </a:extLst>
                </a:gridCol>
                <a:gridCol w="1339029">
                  <a:extLst>
                    <a:ext uri="{9D8B030D-6E8A-4147-A177-3AD203B41FA5}">
                      <a16:colId xmlns:a16="http://schemas.microsoft.com/office/drawing/2014/main" val="2537624545"/>
                    </a:ext>
                  </a:extLst>
                </a:gridCol>
                <a:gridCol w="1968225">
                  <a:extLst>
                    <a:ext uri="{9D8B030D-6E8A-4147-A177-3AD203B41FA5}">
                      <a16:colId xmlns:a16="http://schemas.microsoft.com/office/drawing/2014/main" val="2059150269"/>
                    </a:ext>
                  </a:extLst>
                </a:gridCol>
                <a:gridCol w="1968225">
                  <a:extLst>
                    <a:ext uri="{9D8B030D-6E8A-4147-A177-3AD203B41FA5}">
                      <a16:colId xmlns:a16="http://schemas.microsoft.com/office/drawing/2014/main" val="4132884343"/>
                    </a:ext>
                  </a:extLst>
                </a:gridCol>
                <a:gridCol w="1968225">
                  <a:extLst>
                    <a:ext uri="{9D8B030D-6E8A-4147-A177-3AD203B41FA5}">
                      <a16:colId xmlns:a16="http://schemas.microsoft.com/office/drawing/2014/main" val="15160148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CA" sz="1600" b="1" baseline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600" b="1" baseline="0" dirty="0"/>
                    </a:p>
                  </a:txBody>
                  <a:tcP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CA" sz="1600" dirty="0"/>
                        <a:t>Primarily discharges to</a:t>
                      </a:r>
                    </a:p>
                  </a:txBody>
                  <a:tcP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A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A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96494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A" sz="1600" b="1" kern="1200" baseline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600" b="1" kern="1200" baseline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1600" b="1" kern="1200" baseline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Local load</a:t>
                      </a:r>
                    </a:p>
                  </a:txBody>
                  <a:tcP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 sz="1600" b="1" kern="1200" baseline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Distribution poles</a:t>
                      </a:r>
                    </a:p>
                  </a:txBody>
                  <a:tcP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 sz="1600" b="1" kern="1200" baseline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Bulk system</a:t>
                      </a:r>
                    </a:p>
                  </a:txBody>
                  <a:tcP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864261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/>
                      <a:r>
                        <a:rPr lang="en-CA" sz="1600" b="1" i="0" dirty="0">
                          <a:solidFill>
                            <a:schemeClr val="bg1"/>
                          </a:solidFill>
                        </a:rPr>
                        <a:t>Primarily charges from</a:t>
                      </a:r>
                    </a:p>
                  </a:txBody>
                  <a:tcPr vert="vert270"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A" sz="1600" b="1" i="0" dirty="0">
                          <a:solidFill>
                            <a:schemeClr val="bg1"/>
                          </a:solidFill>
                        </a:rPr>
                        <a:t>Local supply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 sz="1400" b="1" dirty="0"/>
                        <a:t>Co-location</a:t>
                      </a:r>
                      <a:br>
                        <a:rPr lang="en-CA" sz="1400" b="1" dirty="0"/>
                      </a:br>
                      <a:r>
                        <a:rPr lang="en-CA" sz="1400" dirty="0"/>
                        <a:t>Home batteries w/ rooftop solar, Remote worker EVs, behind-the-fence industrial w/ supply.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400" b="1" dirty="0"/>
                        <a:t>Supply socialization</a:t>
                      </a:r>
                      <a:endParaRPr lang="en-CA" sz="1400" b="0" dirty="0"/>
                    </a:p>
                    <a:p>
                      <a:r>
                        <a:rPr lang="en-CA" sz="1400" b="0" dirty="0"/>
                        <a:t>Parking lot battery at the school charging in day and feeding the borough at night.</a:t>
                      </a:r>
                      <a:endParaRPr lang="en-CA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400" b="1" dirty="0"/>
                        <a:t>Hybrid generation</a:t>
                      </a:r>
                      <a:br>
                        <a:rPr lang="en-CA" sz="1400" b="1" dirty="0"/>
                      </a:br>
                      <a:r>
                        <a:rPr lang="en-CA" sz="1400" dirty="0"/>
                        <a:t>Hybrid solar/wind/</a:t>
                      </a:r>
                      <a:r>
                        <a:rPr lang="en-CA" sz="1400" dirty="0" err="1"/>
                        <a:t>run-of-river-hydro+BESS</a:t>
                      </a:r>
                      <a:r>
                        <a:rPr lang="en-CA" sz="1400" dirty="0"/>
                        <a:t> plants; behind-the-fence industrial.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66772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en-CA" sz="1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A" sz="1600" b="1" i="0" dirty="0">
                          <a:solidFill>
                            <a:schemeClr val="bg1"/>
                          </a:solidFill>
                        </a:rPr>
                        <a:t>Distribution poles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 sz="1400" b="1" dirty="0"/>
                        <a:t>Neighborly aid</a:t>
                      </a:r>
                      <a:endParaRPr lang="en-CA" sz="1400" b="0" dirty="0"/>
                    </a:p>
                    <a:p>
                      <a:r>
                        <a:rPr lang="en-CA" sz="1400" b="0" dirty="0"/>
                        <a:t>Garage batteries drawing in daytime to power the kettle.</a:t>
                      </a:r>
                      <a:endParaRPr lang="en-CA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400" b="1" dirty="0"/>
                        <a:t>Feeder balancing</a:t>
                      </a:r>
                      <a:endParaRPr lang="en-CA" sz="1400" b="0" dirty="0"/>
                    </a:p>
                    <a:p>
                      <a:r>
                        <a:rPr lang="en-CA" sz="1400" b="0" dirty="0"/>
                        <a:t>Coop/utility battery soaking midday solar for evening dispatch.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400" b="1" dirty="0"/>
                        <a:t>Postcode power plant</a:t>
                      </a:r>
                      <a:endParaRPr lang="en-CA" sz="1400" b="0" dirty="0"/>
                    </a:p>
                    <a:p>
                      <a:r>
                        <a:rPr lang="en-CA" sz="1400" b="0" dirty="0"/>
                        <a:t>Utility-scale battery feeding back local oversupply to bulk.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597140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en-CA" sz="1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A" sz="1600" b="1" i="0" dirty="0">
                          <a:solidFill>
                            <a:schemeClr val="bg1"/>
                          </a:solidFill>
                        </a:rPr>
                        <a:t>Bulk system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 sz="1400" b="1" dirty="0"/>
                        <a:t>Peak-shaving</a:t>
                      </a:r>
                      <a:br>
                        <a:rPr lang="en-CA" sz="1400" b="1" dirty="0">
                          <a:highlight>
                            <a:srgbClr val="FFFF00"/>
                          </a:highlight>
                        </a:rPr>
                      </a:br>
                      <a:r>
                        <a:rPr lang="en-CA" sz="1400" dirty="0"/>
                        <a:t>Behind-the-fence industrial battery trickle-charging to avoid demand charges.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400" b="1" dirty="0"/>
                        <a:t>Congestion relief</a:t>
                      </a:r>
                      <a:endParaRPr lang="en-CA" sz="1400" b="0" dirty="0"/>
                    </a:p>
                    <a:p>
                      <a:r>
                        <a:rPr lang="en-CA" sz="1400" b="0" dirty="0"/>
                        <a:t>Substation battery dispatching when load &gt; power line in after soaking far-off supply.</a:t>
                      </a:r>
                      <a:endParaRPr lang="en-CA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400" b="1" dirty="0"/>
                        <a:t>Bulk firming</a:t>
                      </a:r>
                    </a:p>
                    <a:p>
                      <a:r>
                        <a:rPr lang="en-CA" sz="1400" b="0" dirty="0"/>
                        <a:t>Big utility battery for spatiotemporal arbitrage of supply and demand.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40675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56179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575</TotalTime>
  <Words>287</Words>
  <Application>Microsoft Office PowerPoint</Application>
  <PresentationFormat>Widescreen</PresentationFormat>
  <Paragraphs>63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Julien Otis-Laperrière</dc:creator>
  <cp:lastModifiedBy>Julien Otis-Laperrière</cp:lastModifiedBy>
  <cp:revision>1</cp:revision>
  <dcterms:created xsi:type="dcterms:W3CDTF">2025-08-11T15:12:47Z</dcterms:created>
  <dcterms:modified xsi:type="dcterms:W3CDTF">2025-08-12T15:55:14Z</dcterms:modified>
</cp:coreProperties>
</file>